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497" r:id="rId3"/>
    <p:sldId id="499" r:id="rId4"/>
    <p:sldId id="500" r:id="rId5"/>
    <p:sldId id="501" r:id="rId6"/>
    <p:sldId id="502" r:id="rId7"/>
    <p:sldId id="503" r:id="rId8"/>
    <p:sldId id="504" r:id="rId9"/>
    <p:sldId id="505" r:id="rId10"/>
    <p:sldId id="506" r:id="rId11"/>
    <p:sldId id="507" r:id="rId12"/>
    <p:sldId id="269" r:id="rId13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437" autoAdjust="0"/>
    <p:restoredTop sz="94660"/>
  </p:normalViewPr>
  <p:slideViewPr>
    <p:cSldViewPr>
      <p:cViewPr varScale="1">
        <p:scale>
          <a:sx n="83" d="100"/>
          <a:sy n="83" d="100"/>
        </p:scale>
        <p:origin x="955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219553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 smtClean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Pre-Final </a:t>
            </a: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=""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624349"/>
              </p:ext>
            </p:extLst>
          </p:nvPr>
        </p:nvGraphicFramePr>
        <p:xfrm>
          <a:off x="1696134" y="3086002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=""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="" xmlns:a16="http://schemas.microsoft.com/office/drawing/2014/main" val="3305024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65898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176101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5820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4194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433750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2299287" y="1212054"/>
            <a:ext cx="46592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Project </a:t>
            </a:r>
            <a:r>
              <a:rPr lang="en-IN" sz="4000" b="1" dirty="0" smtClean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Title</a:t>
            </a:r>
            <a:endParaRPr lang="en-IN" sz="4000" b="1" dirty="0">
              <a:solidFill>
                <a:srgbClr val="C0000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b="1" dirty="0" smtClean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</a:t>
            </a: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Mentor: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1173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Usecases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C67A919E-7DB1-E6B8-D950-8901A88C816D}"/>
              </a:ext>
            </a:extLst>
          </p:cNvPr>
          <p:cNvSpPr txBox="1"/>
          <p:nvPr/>
        </p:nvSpPr>
        <p:spPr>
          <a:xfrm>
            <a:off x="395536" y="1772816"/>
            <a:ext cx="7344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Describe the data sources or materials you used.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Highlight any databases, software, or hardware.</a:t>
            </a:r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59AC123-1FF4-759B-44D8-95C077A7D7D5}"/>
              </a:ext>
            </a:extLst>
          </p:cNvPr>
          <p:cNvSpPr txBox="1"/>
          <p:nvPr/>
        </p:nvSpPr>
        <p:spPr>
          <a:xfrm>
            <a:off x="213724" y="1306624"/>
            <a:ext cx="86067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Explain the approach or methods you used to tackle the problem.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Include any tools or technologies utilized.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  <a:latin typeface="Söhne"/>
              </a:rPr>
              <a:t>Tools, technologies, frameworks you will 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  <a:latin typeface="Söhne"/>
              </a:rPr>
              <a:t>Block diagram or flowchart (if applicable)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=""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EFC42AB-18CA-0963-DBE1-ABF7FDD5C215}"/>
              </a:ext>
            </a:extLst>
          </p:cNvPr>
          <p:cNvSpPr txBox="1"/>
          <p:nvPr/>
        </p:nvSpPr>
        <p:spPr>
          <a:xfrm>
            <a:off x="179512" y="1274263"/>
            <a:ext cx="82089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Phases of the project with estimated timeframes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Gantt chart or simple timeline format</a:t>
            </a:r>
          </a:p>
        </p:txBody>
      </p:sp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6054</TotalTime>
  <Words>174</Words>
  <Application>Microsoft Office PowerPoint</Application>
  <PresentationFormat>On-screen Show (4:3)</PresentationFormat>
  <Paragraphs>54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Cambria</vt:lpstr>
      <vt:lpstr>Garamond</vt:lpstr>
      <vt:lpstr>Söhne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Microsoft account</cp:lastModifiedBy>
  <cp:revision>308</cp:revision>
  <cp:lastPrinted>2022-09-05T08:43:44Z</cp:lastPrinted>
  <dcterms:created xsi:type="dcterms:W3CDTF">2020-01-16T09:05:56Z</dcterms:created>
  <dcterms:modified xsi:type="dcterms:W3CDTF">2026-01-23T07:22:29Z</dcterms:modified>
</cp:coreProperties>
</file>